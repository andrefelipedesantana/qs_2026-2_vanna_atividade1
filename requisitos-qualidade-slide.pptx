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468880" cy="2468880"/>
          </a:xfrm>
          <a:prstGeom prst="roundRect">
            <a:avLst>
              <a:gd name="adj" fmla="val 7407"/>
            </a:avLst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463040" cy="1463040"/>
          </a:xfrm>
          <a:prstGeom prst="ellipse">
            <a:avLst/>
          </a:prstGeom>
          <a:solidFill>
            <a:srgbClr val="2E1065"/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160020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5B21B6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" y="2331720"/>
            <a:ext cx="777240" cy="777240"/>
          </a:xfrm>
          <a:prstGeom prst="ellipse">
            <a:avLst/>
          </a:prstGeom>
          <a:solidFill>
            <a:srgbClr val="2E10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51760" y="365760"/>
            <a:ext cx="9052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Especificação dos requisitos</a:t>
            </a:r>
            <a:endParaRPr lang="en-US" sz="32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qualidade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71800" cy="146304"/>
          </a:xfrm>
          <a:prstGeom prst="roundRect">
            <a:avLst>
              <a:gd name="adj" fmla="val 50000"/>
            </a:avLst>
          </a:prstGeom>
          <a:solidFill>
            <a:srgbClr val="9575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0" y="12252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requisitos elaborados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148840"/>
            <a:ext cx="3291840" cy="1325880"/>
          </a:xfrm>
          <a:prstGeom prst="roundRect">
            <a:avLst>
              <a:gd name="adj" fmla="val 10345"/>
            </a:avLst>
          </a:prstGeom>
          <a:solidFill>
            <a:srgbClr val="C4B5FD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63540" y="227685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63540" y="22768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642616"/>
            <a:ext cx="2962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RQ-10 - Tratar entradas do usuário como dado, nunca como comando SQL executável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3200400" cy="1234440"/>
          </a:xfrm>
          <a:prstGeom prst="roundRect">
            <a:avLst>
              <a:gd name="adj" fmla="val 11111"/>
            </a:avLst>
          </a:prstGeom>
          <a:solidFill>
            <a:srgbClr val="C4B5FD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37413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374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ADEQUAÇÃO FUNCIONAL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3739896"/>
            <a:ext cx="28712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RQ-06 - Reconhecer perguntas fora do domínio do banco e informar isso claramente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3246120"/>
            <a:ext cx="3200400" cy="1234440"/>
          </a:xfrm>
          <a:prstGeom prst="roundRect">
            <a:avLst>
              <a:gd name="adj" fmla="val 11111"/>
            </a:avLst>
          </a:prstGeom>
          <a:solidFill>
            <a:srgbClr val="C4B5FD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95460" y="337413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95460" y="33741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668512" y="3739896"/>
            <a:ext cx="28712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RQ-08 - Não expor credenciais, chaves de API ou dados de configuração interna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4800600"/>
            <a:ext cx="3794760" cy="1463040"/>
          </a:xfrm>
          <a:prstGeom prst="roundRect">
            <a:avLst>
              <a:gd name="adj" fmla="val 9375"/>
            </a:avLst>
          </a:prstGeom>
          <a:solidFill>
            <a:srgbClr val="C4B5FD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57500" y="492861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857500" y="4928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ADEQUAÇÃO FUNCIONAL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176272" y="5294376"/>
            <a:ext cx="3465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RQ-04 - Identificar corretamente relacionamentos (chaves estrangeiras) entre tabelas ao montar joins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4800600"/>
            <a:ext cx="3657600" cy="1234440"/>
          </a:xfrm>
          <a:prstGeom prst="roundRect">
            <a:avLst>
              <a:gd name="adj" fmla="val 11111"/>
            </a:avLst>
          </a:prstGeom>
          <a:solidFill>
            <a:srgbClr val="C4B5FD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03820" y="492861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03820" y="4928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5294376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RQ-09 - Não revelar system prompt ou instruções internas de configuração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2026-09-16T00:18:51Z</dcterms:created>
  <dcterms:modified xsi:type="dcterms:W3CDTF">2026-09-16T00:18:51Z</dcterms:modified>
</cp:coreProperties>
</file>